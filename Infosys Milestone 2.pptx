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7" r:id="rId1"/>
  </p:sldMasterIdLst>
  <p:sldIdLst>
    <p:sldId id="257" r:id="rId2"/>
    <p:sldId id="259" r:id="rId3"/>
    <p:sldId id="258" r:id="rId4"/>
    <p:sldId id="260" r:id="rId5"/>
    <p:sldId id="261" r:id="rId6"/>
    <p:sldId id="262" r:id="rId7"/>
    <p:sldId id="265" r:id="rId8"/>
    <p:sldId id="266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335B305-71DB-4286-92EA-3DAB3D8B8328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8A8D5C6-EBD6-4E8D-8155-EAF72B89FF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9117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5B305-71DB-4286-92EA-3DAB3D8B8328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08A8D5C6-EBD6-4E8D-8155-EAF72B89FF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070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335B305-71DB-4286-92EA-3DAB3D8B8328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8A8D5C6-EBD6-4E8D-8155-EAF72B89FF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0502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5B305-71DB-4286-92EA-3DAB3D8B8328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D5C6-EBD6-4E8D-8155-EAF72B89FF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204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5B305-71DB-4286-92EA-3DAB3D8B8328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D5C6-EBD6-4E8D-8155-EAF72B89FF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874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5B305-71DB-4286-92EA-3DAB3D8B8328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D5C6-EBD6-4E8D-8155-EAF72B89FF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2920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5B305-71DB-4286-92EA-3DAB3D8B8328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D5C6-EBD6-4E8D-8155-EAF72B89FF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7689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335B305-71DB-4286-92EA-3DAB3D8B8328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8A8D5C6-EBD6-4E8D-8155-EAF72B89FF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1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5B305-71DB-4286-92EA-3DAB3D8B8328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D5C6-EBD6-4E8D-8155-EAF72B89FF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8296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5B305-71DB-4286-92EA-3DAB3D8B8328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D5C6-EBD6-4E8D-8155-EAF72B89FF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9477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335B305-71DB-4286-92EA-3DAB3D8B8328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8A8D5C6-EBD6-4E8D-8155-EAF72B89FF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688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1335B305-71DB-4286-92EA-3DAB3D8B8328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08A8D5C6-EBD6-4E8D-8155-EAF72B89FF00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36690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E98363-9789-B560-65A1-81E1B42862C3}"/>
              </a:ext>
            </a:extLst>
          </p:cNvPr>
          <p:cNvSpPr txBox="1"/>
          <p:nvPr/>
        </p:nvSpPr>
        <p:spPr>
          <a:xfrm>
            <a:off x="403123" y="796413"/>
            <a:ext cx="27333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02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7E6891-6492-DB98-8E94-02E4608B9357}"/>
              </a:ext>
            </a:extLst>
          </p:cNvPr>
          <p:cNvSpPr txBox="1"/>
          <p:nvPr/>
        </p:nvSpPr>
        <p:spPr>
          <a:xfrm>
            <a:off x="1484671" y="2084439"/>
            <a:ext cx="76003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Brand Understand Customer Trends 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8534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D3D576-5E2B-5B66-D558-703D791C85A3}"/>
              </a:ext>
            </a:extLst>
          </p:cNvPr>
          <p:cNvSpPr txBox="1"/>
          <p:nvPr/>
        </p:nvSpPr>
        <p:spPr>
          <a:xfrm>
            <a:off x="983225" y="796414"/>
            <a:ext cx="572237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Team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Adithi KR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Poojitha CV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Priyanka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Todavat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Vasuki Parthi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Guidance Of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 Pavithra Kannan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3640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0942DF-D1B0-9EB4-2DA6-4E985BF054D7}"/>
              </a:ext>
            </a:extLst>
          </p:cNvPr>
          <p:cNvSpPr txBox="1"/>
          <p:nvPr/>
        </p:nvSpPr>
        <p:spPr>
          <a:xfrm>
            <a:off x="334297" y="934066"/>
            <a:ext cx="6567948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Recap of Milestone 1</a:t>
            </a: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 a unified, clean dataset for customer insights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Done: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cleaning, deduplication, and standardization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data model with relationships 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PlaceID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 columns 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Rounded Bill)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insights (e.g., cuisine trends → Mexican, Indian…)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 Strong foundation for advanced analytics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2A8344-4BA3-BDDE-E9A3-AF27096FD8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22" t="5853" r="5372" b="5460"/>
          <a:stretch>
            <a:fillRect/>
          </a:stretch>
        </p:blipFill>
        <p:spPr>
          <a:xfrm>
            <a:off x="6971072" y="1939413"/>
            <a:ext cx="4886632" cy="297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04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9350DB-EEE8-513B-305E-CAF957E6D3B7}"/>
              </a:ext>
            </a:extLst>
          </p:cNvPr>
          <p:cNvSpPr txBox="1"/>
          <p:nvPr/>
        </p:nvSpPr>
        <p:spPr>
          <a:xfrm>
            <a:off x="521110" y="914400"/>
            <a:ext cx="11375922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Milestone 2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and verify sentiment analysis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sentiment categories (Positive, Neutral, Negative) into Power BI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visual dashboards for: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trends over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by product, feature, and region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Keyword-based themes</a:t>
            </a:r>
          </a:p>
        </p:txBody>
      </p:sp>
    </p:spTree>
    <p:extLst>
      <p:ext uri="{BB962C8B-B14F-4D97-AF65-F5344CB8AC3E}">
        <p14:creationId xmlns:p14="http://schemas.microsoft.com/office/powerpoint/2010/main" val="3708698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7A652E-24C2-1E9E-279B-216F8B44350C}"/>
              </a:ext>
            </a:extLst>
          </p:cNvPr>
          <p:cNvSpPr txBox="1"/>
          <p:nvPr/>
        </p:nvSpPr>
        <p:spPr>
          <a:xfrm>
            <a:off x="432619" y="658761"/>
            <a:ext cx="11346426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Process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Extract customer feedback text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Apply AI/NLP sentiment classification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Map sentiment labels into dataset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Create DAX measures for ratios &amp; trends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DAX: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% = DIVIDE([Positive Reviews],[Total Reviews],0)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7926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421B90-B1C1-627B-3C41-CCF7689819CB}"/>
              </a:ext>
            </a:extLst>
          </p:cNvPr>
          <p:cNvSpPr txBox="1"/>
          <p:nvPr/>
        </p:nvSpPr>
        <p:spPr>
          <a:xfrm>
            <a:off x="422787" y="737420"/>
            <a:ext cx="1136609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Highlights</a:t>
            </a: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Sentiment Distribution (Pie/Bar chart – Positive/Neutral/Negative)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by Region (Stacked bar → Bengaluru, Chennai, etc.)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by Cuisine/Restaurant (Comparing Pizza, Indian, Mexican, etc.)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0957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1DBE9F-D160-0D45-9D15-76D9FC126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76" y="632736"/>
            <a:ext cx="11464413" cy="5827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49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ACF765-E71D-B2F6-7C05-DDA718A6C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922" y="848721"/>
            <a:ext cx="10637433" cy="6009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182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8D6CBC-8785-0D85-ACDA-64680E9CF430}"/>
              </a:ext>
            </a:extLst>
          </p:cNvPr>
          <p:cNvSpPr txBox="1"/>
          <p:nvPr/>
        </p:nvSpPr>
        <p:spPr>
          <a:xfrm>
            <a:off x="250238" y="766916"/>
            <a:ext cx="1148947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Derived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sentiment slightly higher than negative (e.g., ~37% vs ~32% 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cuisines (like Bakery &amp; Burgers) attract more negative reviews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City-level analysis shows Mumbai &amp; Bengaluru dominate reviews with varied sentiment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Actionable insight: Focus on improving cuisines/locations with higher negative feedback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2813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4A0400-6847-D99C-0EB7-642E0DF01FE2}"/>
              </a:ext>
            </a:extLst>
          </p:cNvPr>
          <p:cNvSpPr txBox="1"/>
          <p:nvPr/>
        </p:nvSpPr>
        <p:spPr>
          <a:xfrm>
            <a:off x="412955" y="648929"/>
            <a:ext cx="1140541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→ Insights journey moving from foundation (M1) to sentiment intelligence (M2)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now empowers stakeholders to: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customer satisfaction trends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problem areas (cuisine/location/restaurant)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strategy for better customer experience</a:t>
            </a:r>
          </a:p>
        </p:txBody>
      </p:sp>
    </p:spTree>
    <p:extLst>
      <p:ext uri="{BB962C8B-B14F-4D97-AF65-F5344CB8AC3E}">
        <p14:creationId xmlns:p14="http://schemas.microsoft.com/office/powerpoint/2010/main" val="342880552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74</TotalTime>
  <Words>327</Words>
  <Application>Microsoft Office PowerPoint</Application>
  <PresentationFormat>Widescreen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Gill Sans MT</vt:lpstr>
      <vt:lpstr>Times New Roman</vt:lpstr>
      <vt:lpstr>Wingdings</vt:lpstr>
      <vt:lpstr>Wingdings 2</vt:lpstr>
      <vt:lpstr>Dividend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Adithi K R</dc:creator>
  <cp:lastModifiedBy>Adithi K R</cp:lastModifiedBy>
  <cp:revision>1</cp:revision>
  <dcterms:created xsi:type="dcterms:W3CDTF">2025-09-10T13:51:58Z</dcterms:created>
  <dcterms:modified xsi:type="dcterms:W3CDTF">2025-09-10T15:06:30Z</dcterms:modified>
</cp:coreProperties>
</file>